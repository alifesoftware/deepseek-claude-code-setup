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1844" y="292894"/>
            <a:ext cx="25003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// ARCHITECTURE DEEP DIVE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7144" y="721519"/>
            <a:ext cx="6086475" cy="3700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44" y="721519"/>
            <a:ext cx="6086475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6" name="Shape 3"/>
          <p:cNvSpPr/>
          <p:nvPr/>
        </p:nvSpPr>
        <p:spPr>
          <a:xfrm>
            <a:off x="6086475" y="721519"/>
            <a:ext cx="7144" cy="37004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7" name="Shape 4"/>
          <p:cNvSpPr/>
          <p:nvPr/>
        </p:nvSpPr>
        <p:spPr>
          <a:xfrm>
            <a:off x="7144" y="4414838"/>
            <a:ext cx="6086475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2293144"/>
            <a:ext cx="5514975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FREE CLAUDE CODE</a:t>
            </a:r>
            <a:endParaRPr lang="en-US" sz="4150" dirty="0"/>
          </a:p>
        </p:txBody>
      </p:sp>
      <p:sp>
        <p:nvSpPr>
          <p:cNvPr id="9" name="Shape 6"/>
          <p:cNvSpPr/>
          <p:nvPr/>
        </p:nvSpPr>
        <p:spPr>
          <a:xfrm>
            <a:off x="6093619" y="721519"/>
            <a:ext cx="3043238" cy="3700463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10" name="Shape 7"/>
          <p:cNvSpPr/>
          <p:nvPr/>
        </p:nvSpPr>
        <p:spPr>
          <a:xfrm>
            <a:off x="6093619" y="721519"/>
            <a:ext cx="3043238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1" name="Shape 8"/>
          <p:cNvSpPr/>
          <p:nvPr/>
        </p:nvSpPr>
        <p:spPr>
          <a:xfrm>
            <a:off x="6093619" y="4414838"/>
            <a:ext cx="3043238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2" name="Text 9"/>
          <p:cNvSpPr/>
          <p:nvPr/>
        </p:nvSpPr>
        <p:spPr>
          <a:xfrm>
            <a:off x="6379369" y="2091723"/>
            <a:ext cx="2471738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1A1A4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a Local Proxy Unlocks Any LLM for Claude Code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2894" y="4704159"/>
            <a:ext cx="27146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github.com/Alishahryar1/free-claude-code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222331" y="4704159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34k+ Stars // 5.2k Forks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4857"/>
            <a:ext cx="7700963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 CODE ONLY SPEAKS ANTHROPIC — AND THAT'S EXPENSIVE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5325666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325666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519833"/>
            <a:ext cx="47541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is hardwired to call the Anthropic Messages API. Pointing it directly at Anthropic-compatible endpoints fails because: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3634" y="2207419"/>
            <a:ext cx="306109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Providers reject unknown internal fields like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3634" y="2414588"/>
            <a:ext cx="1543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context_management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46684" y="2425303"/>
            <a:ext cx="158948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with HTTP 400 errors.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3634" y="2766417"/>
            <a:ext cx="45434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Reasoning and thinking blocks are formatted differently across providers.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3634" y="3337917"/>
            <a:ext cx="45434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OpenAI-style providers do not support the Anthropic Messages protocol natively.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3634" y="3909417"/>
            <a:ext cx="45434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makes many "background" API calls (quota probes, title generation) that waste tokens and hit rate limits.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32809" y="864394"/>
            <a:ext cx="3804047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6" name="Shape 13"/>
          <p:cNvSpPr/>
          <p:nvPr/>
        </p:nvSpPr>
        <p:spPr>
          <a:xfrm>
            <a:off x="5332809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7" name="Text 14"/>
          <p:cNvSpPr/>
          <p:nvPr/>
        </p:nvSpPr>
        <p:spPr>
          <a:xfrm>
            <a:off x="5618559" y="2305310"/>
            <a:ext cx="323254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18559" y="2598204"/>
            <a:ext cx="3232547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direct base URL override is not enough — Claude Code needs a smart, protocol-aware intermediary to function correctly with other LLMs.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4857"/>
            <a:ext cx="7288411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FREE CLAUDE CODE SITS BETWEEN CLAUDE CODE AND ANY LLM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3043238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043238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150144"/>
            <a:ext cx="2471738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1. Client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2894" y="1628775"/>
            <a:ext cx="27324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142" y="1619845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fcc-claude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37695" y="1628775"/>
            <a:ext cx="120550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wrapper script sets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894" y="1836279"/>
            <a:ext cx="23217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25066" y="1827349"/>
            <a:ext cx="13887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ANTHROPIC_BASE_URL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913827" y="1836279"/>
            <a:ext cx="66972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 point to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2894" y="2041996"/>
            <a:ext cx="2255639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local proxy and launches the real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92894" y="2247714"/>
            <a:ext cx="121086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binary.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92894" y="2574875"/>
            <a:ext cx="247173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believes it is communicating directly with Anthropic's servers.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050381" y="864394"/>
            <a:ext cx="3043238" cy="4271963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086475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0" name="Shape 17"/>
          <p:cNvSpPr/>
          <p:nvPr/>
        </p:nvSpPr>
        <p:spPr>
          <a:xfrm>
            <a:off x="3050381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1" name="Text 18"/>
          <p:cNvSpPr/>
          <p:nvPr/>
        </p:nvSpPr>
        <p:spPr>
          <a:xfrm>
            <a:off x="3336131" y="1150144"/>
            <a:ext cx="2471738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2. Local Proxy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336131" y="1605558"/>
            <a:ext cx="2471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local FastAPI/Uvicorn ASGI server running on port 8082.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493294" y="2159868"/>
            <a:ext cx="21967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Presents a perfect Anthropic API surface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93294" y="2467049"/>
            <a:ext cx="231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Translates requests to 17 different upstream formats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93294" y="2917106"/>
            <a:ext cx="231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Translates responses back into Anthropic SSE format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93294" y="3367162"/>
            <a:ext cx="231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Short-circuits wasteful background requests locally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93619" y="864394"/>
            <a:ext cx="3043238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093619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9" name="Text 26"/>
          <p:cNvSpPr/>
          <p:nvPr/>
        </p:nvSpPr>
        <p:spPr>
          <a:xfrm>
            <a:off x="6379369" y="1150144"/>
            <a:ext cx="2471738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3. Upstream Providers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379369" y="1605558"/>
            <a:ext cx="247173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proxy routes the sanitized, translated requests to external LLM providers over the internet.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79369" y="2365586"/>
            <a:ext cx="247173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DeepSeek, OpenRouter, NVIDIA NIM, Mistral, Groq, and fully local models via LM Studio or Ollama.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4857"/>
            <a:ext cx="6050756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PROVIDERS FALL INTO TWO TRANSPORT CATEGORIES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9129713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44" y="1571625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026021"/>
            <a:ext cx="30360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6503" y="1017091"/>
            <a:ext cx="16287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provider_catalog.py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25278" y="1026021"/>
            <a:ext cx="618291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defines every provider's transport type. This single field determines the entire translation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92894" y="1240334"/>
            <a:ext cx="148590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pipeline for a request.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44" y="1578769"/>
            <a:ext cx="4564856" cy="2557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64856" y="1578769"/>
            <a:ext cx="7144" cy="25574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4" name="Text 11"/>
          <p:cNvSpPr/>
          <p:nvPr/>
        </p:nvSpPr>
        <p:spPr>
          <a:xfrm>
            <a:off x="150019" y="1721644"/>
            <a:ext cx="4279106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ANTHROPIC_MESSAGES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019" y="2091333"/>
            <a:ext cx="4279106" cy="241102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Protocol: </a:t>
            </a:r>
            <a:r>
              <a:rPr lang="en-US" sz="9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Native Anthropic /v1/messages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181" y="2475309"/>
            <a:ext cx="61257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DeepSeek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181" y="2746772"/>
            <a:ext cx="7429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OpenRouter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07181" y="3018234"/>
            <a:ext cx="169842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Kimi, Wafer, Z.ai, Fireworks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07181" y="3289697"/>
            <a:ext cx="17859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LM Studio, llama.cpp, Ollama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14875" y="1721644"/>
            <a:ext cx="4279106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OPENAI_CHAT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14875" y="2091333"/>
            <a:ext cx="4279106" cy="241102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Protocol: </a:t>
            </a:r>
            <a:r>
              <a:rPr lang="en-US" sz="9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 /v1/chat/completions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72038" y="2475309"/>
            <a:ext cx="7786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NVIDIA NIM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72038" y="2746772"/>
            <a:ext cx="11447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Mistral / Codestral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72038" y="3018234"/>
            <a:ext cx="89832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Groq, Cerebras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72038" y="3289697"/>
            <a:ext cx="9269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Google Gemini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72038" y="3561159"/>
            <a:ext cx="118764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OpenCode Zen / Go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44" y="4136231"/>
            <a:ext cx="9129713" cy="1000125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8" name="Shape 25"/>
          <p:cNvSpPr/>
          <p:nvPr/>
        </p:nvSpPr>
        <p:spPr>
          <a:xfrm>
            <a:off x="7144" y="4136231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9" name="Text 26"/>
          <p:cNvSpPr/>
          <p:nvPr/>
        </p:nvSpPr>
        <p:spPr>
          <a:xfrm>
            <a:off x="292894" y="4430911"/>
            <a:ext cx="26431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57213" y="4421981"/>
            <a:ext cx="15430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anthropic_messages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100263" y="4430911"/>
            <a:ext cx="587216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providers, the proxy acts as a thin relay — it sanitizes the request and forwards it. For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92894" y="4655939"/>
            <a:ext cx="9429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openai_chat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235869" y="4664869"/>
            <a:ext cx="4248745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providers, it performs a full bidirectional protocol translation.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4857"/>
            <a:ext cx="6738342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EVERY REQUEST PASSES THROUGH FIVE DISTINCT STAGES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4564856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56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150144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846534" y="1150144"/>
            <a:ext cx="34397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INGRESS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6534" y="1441252"/>
            <a:ext cx="692944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11" name="Text 8"/>
          <p:cNvSpPr/>
          <p:nvPr/>
        </p:nvSpPr>
        <p:spPr>
          <a:xfrm>
            <a:off x="846534" y="1441252"/>
            <a:ext cx="692944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fcc-claude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539478" y="1448395"/>
            <a:ext cx="24110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46534" y="1624115"/>
            <a:ext cx="2514600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14" name="Text 11"/>
          <p:cNvSpPr/>
          <p:nvPr/>
        </p:nvSpPr>
        <p:spPr>
          <a:xfrm>
            <a:off x="846534" y="1624115"/>
            <a:ext cx="2514600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ANTHROPIC_BASE_URL=http://127.0.0.1:8082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61134" y="1631259"/>
            <a:ext cx="7447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launches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46534" y="1806978"/>
            <a:ext cx="450056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17" name="Text 14"/>
          <p:cNvSpPr/>
          <p:nvPr/>
        </p:nvSpPr>
        <p:spPr>
          <a:xfrm>
            <a:off x="846534" y="1806978"/>
            <a:ext cx="450056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296591" y="1814122"/>
            <a:ext cx="27789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All Claude Code API calls land on the local FastAPI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46534" y="1996985"/>
            <a:ext cx="3643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server.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92894" y="2586763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846534" y="2586763"/>
            <a:ext cx="34397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 ROUTING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46534" y="2885015"/>
            <a:ext cx="2393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085850" y="2877871"/>
            <a:ext cx="753666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24" name="Text 21"/>
          <p:cNvSpPr/>
          <p:nvPr/>
        </p:nvSpPr>
        <p:spPr>
          <a:xfrm>
            <a:off x="1085850" y="2877871"/>
            <a:ext cx="753666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ModelRouter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839516" y="2885015"/>
            <a:ext cx="7179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inspects the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57463" y="2877871"/>
            <a:ext cx="389334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27" name="Text 24"/>
          <p:cNvSpPr/>
          <p:nvPr/>
        </p:nvSpPr>
        <p:spPr>
          <a:xfrm>
            <a:off x="2557463" y="2877871"/>
            <a:ext cx="389334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2946797" y="2885015"/>
            <a:ext cx="8822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field. It resolves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46534" y="3060734"/>
            <a:ext cx="875109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30" name="Text 27"/>
          <p:cNvSpPr/>
          <p:nvPr/>
        </p:nvSpPr>
        <p:spPr>
          <a:xfrm>
            <a:off x="846534" y="3060734"/>
            <a:ext cx="875109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claude-opus-*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721644" y="3067878"/>
            <a:ext cx="1625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884164" y="3060734"/>
            <a:ext cx="692944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33" name="Text 30"/>
          <p:cNvSpPr/>
          <p:nvPr/>
        </p:nvSpPr>
        <p:spPr>
          <a:xfrm>
            <a:off x="1884164" y="3060734"/>
            <a:ext cx="692944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MODEL_OPUS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577108" y="3067878"/>
            <a:ext cx="553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632472" y="3060734"/>
            <a:ext cx="996553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36" name="Text 33"/>
          <p:cNvSpPr/>
          <p:nvPr/>
        </p:nvSpPr>
        <p:spPr>
          <a:xfrm>
            <a:off x="2632472" y="3060734"/>
            <a:ext cx="996553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claude-sonnet-*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29025" y="3067878"/>
            <a:ext cx="1357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46534" y="3243597"/>
            <a:ext cx="814388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39" name="Text 36"/>
          <p:cNvSpPr/>
          <p:nvPr/>
        </p:nvSpPr>
        <p:spPr>
          <a:xfrm>
            <a:off x="846534" y="3243597"/>
            <a:ext cx="814388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MODEL_SONNET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660922" y="3250741"/>
            <a:ext cx="25449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etc. Each tier can point to a different provider.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92894" y="3840519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</a:t>
            </a:r>
            <a:endParaRPr lang="en-US" sz="2450" dirty="0"/>
          </a:p>
        </p:txBody>
      </p:sp>
      <p:sp>
        <p:nvSpPr>
          <p:cNvPr id="42" name="Text 39"/>
          <p:cNvSpPr/>
          <p:nvPr/>
        </p:nvSpPr>
        <p:spPr>
          <a:xfrm>
            <a:off x="846534" y="3840519"/>
            <a:ext cx="34397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OPTIMIZATION CHECK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846534" y="4138771"/>
            <a:ext cx="184487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Before touching any provider, the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691408" y="4131627"/>
            <a:ext cx="1360884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45" name="Text 42"/>
          <p:cNvSpPr/>
          <p:nvPr/>
        </p:nvSpPr>
        <p:spPr>
          <a:xfrm>
            <a:off x="2691408" y="4131627"/>
            <a:ext cx="1360884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optimization_handlers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46534" y="4321634"/>
            <a:ext cx="31807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pipeline runs. If the request matches a known background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846534" y="4504497"/>
            <a:ext cx="33468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pattern (quota probe, title generation), a synthetic response is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846534" y="4687360"/>
            <a:ext cx="12180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returned immediately.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572000" y="864394"/>
            <a:ext cx="4564856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4572000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1" name="Text 48"/>
          <p:cNvSpPr/>
          <p:nvPr/>
        </p:nvSpPr>
        <p:spPr>
          <a:xfrm>
            <a:off x="4857750" y="1150144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</a:t>
            </a:r>
            <a:endParaRPr lang="en-US" sz="2450" dirty="0"/>
          </a:p>
        </p:txBody>
      </p:sp>
      <p:sp>
        <p:nvSpPr>
          <p:cNvPr id="52" name="Text 49"/>
          <p:cNvSpPr/>
          <p:nvPr/>
        </p:nvSpPr>
        <p:spPr>
          <a:xfrm>
            <a:off x="5411391" y="1150144"/>
            <a:ext cx="34397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PROVIDER TRANSLATION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5411391" y="1428750"/>
            <a:ext cx="343971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resolved provider's adapter builds the upstream request body (either native Anthropic or OpenAI format) and opens a streaming HTTP connection to the provider.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857750" y="2405965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05</a:t>
            </a:r>
            <a:endParaRPr lang="en-US" sz="2450" dirty="0"/>
          </a:p>
        </p:txBody>
      </p:sp>
      <p:sp>
        <p:nvSpPr>
          <p:cNvPr id="55" name="Text 52"/>
          <p:cNvSpPr/>
          <p:nvPr/>
        </p:nvSpPr>
        <p:spPr>
          <a:xfrm>
            <a:off x="5411391" y="2405965"/>
            <a:ext cx="34397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SSE RE-STREAMING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5411391" y="2684571"/>
            <a:ext cx="343971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provider's streaming response is parsed and re-emitted as Anthropic-format Server-Sent Events (SSE) back to Claude Code, ensuring perfect protocol compatibility.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4857"/>
            <a:ext cx="8526066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OPUS, SONNET, AND HAIKU CAN EACH ROUTE TO A DIFFERENT PROVIDER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5325666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325666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176933"/>
            <a:ext cx="30360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6503" y="1166217"/>
            <a:ext cx="9429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ModelRouter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39478" y="1176933"/>
            <a:ext cx="327540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resolves incoming Claude model names using 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92894" y="1405533"/>
            <a:ext cx="189845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three-level lookup strategy: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2894" y="1825228"/>
            <a:ext cx="285750" cy="28575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3" name="Text 10"/>
          <p:cNvSpPr/>
          <p:nvPr/>
        </p:nvSpPr>
        <p:spPr>
          <a:xfrm>
            <a:off x="292894" y="182522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1519" y="1825228"/>
            <a:ext cx="43255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Gateway Model ID Decode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1519" y="2085975"/>
            <a:ext cx="26539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the model string is a gateway-encoded ID (e.g.,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21519" y="2250281"/>
            <a:ext cx="2028825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17" name="Text 14"/>
          <p:cNvSpPr/>
          <p:nvPr/>
        </p:nvSpPr>
        <p:spPr>
          <a:xfrm>
            <a:off x="721519" y="2250281"/>
            <a:ext cx="2028825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anthropic/deepseek/deepseek-chat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750344" y="2257425"/>
            <a:ext cx="21556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), it is decoded directly. This powers the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21519" y="2428875"/>
            <a:ext cx="6125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34095" y="2421731"/>
            <a:ext cx="450056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21" name="Text 18"/>
          <p:cNvSpPr/>
          <p:nvPr/>
        </p:nvSpPr>
        <p:spPr>
          <a:xfrm>
            <a:off x="1334095" y="2421731"/>
            <a:ext cx="450056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/model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784152" y="2428875"/>
            <a:ext cx="392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picker.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92894" y="2764631"/>
            <a:ext cx="285750" cy="28575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4" name="Text 21"/>
          <p:cNvSpPr/>
          <p:nvPr/>
        </p:nvSpPr>
        <p:spPr>
          <a:xfrm>
            <a:off x="292894" y="27646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21519" y="2764631"/>
            <a:ext cx="43255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Direct Provider Prefix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1519" y="3025378"/>
            <a:ext cx="3171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the model string contains a known provider prefix (e.g.,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21519" y="3018234"/>
            <a:ext cx="4307681" cy="33218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28" name="Text 25"/>
          <p:cNvSpPr/>
          <p:nvPr/>
        </p:nvSpPr>
        <p:spPr>
          <a:xfrm>
            <a:off x="721519" y="3018234"/>
            <a:ext cx="4307681" cy="332184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deepseek/deepseek-chat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007269" y="3196828"/>
            <a:ext cx="20341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), it is routed directly to that provider.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92894" y="3532584"/>
            <a:ext cx="285750" cy="28575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1" name="Text 28"/>
          <p:cNvSpPr/>
          <p:nvPr/>
        </p:nvSpPr>
        <p:spPr>
          <a:xfrm>
            <a:off x="292894" y="353258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3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21519" y="3532584"/>
            <a:ext cx="43255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Settings Fallback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1519" y="3793331"/>
            <a:ext cx="34218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Otherwise, the model name is matched against the configured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143375" y="3786188"/>
            <a:ext cx="692944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35" name="Text 32"/>
          <p:cNvSpPr/>
          <p:nvPr/>
        </p:nvSpPr>
        <p:spPr>
          <a:xfrm>
            <a:off x="4143375" y="3786188"/>
            <a:ext cx="692944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MODEL_OPUS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36319" y="3793331"/>
            <a:ext cx="28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21519" y="3957638"/>
            <a:ext cx="814388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38" name="Text 35"/>
          <p:cNvSpPr/>
          <p:nvPr/>
        </p:nvSpPr>
        <p:spPr>
          <a:xfrm>
            <a:off x="721519" y="3957638"/>
            <a:ext cx="814388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MODEL_SONNET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535906" y="3964781"/>
            <a:ext cx="553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591270" y="3957638"/>
            <a:ext cx="753666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41" name="Text 38"/>
          <p:cNvSpPr/>
          <p:nvPr/>
        </p:nvSpPr>
        <p:spPr>
          <a:xfrm>
            <a:off x="1591270" y="3957638"/>
            <a:ext cx="753666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MODEL_HAIKU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344936" y="3964781"/>
            <a:ext cx="200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or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544961" y="3957638"/>
            <a:ext cx="389334" cy="160734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44" name="Text 41"/>
          <p:cNvSpPr/>
          <p:nvPr/>
        </p:nvSpPr>
        <p:spPr>
          <a:xfrm>
            <a:off x="2544961" y="3957638"/>
            <a:ext cx="389334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934295" y="3964781"/>
            <a:ext cx="1285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environment variables.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332809" y="864394"/>
            <a:ext cx="3804047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47" name="Shape 44"/>
          <p:cNvSpPr/>
          <p:nvPr/>
        </p:nvSpPr>
        <p:spPr>
          <a:xfrm>
            <a:off x="5332809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48" name="Text 45"/>
          <p:cNvSpPr/>
          <p:nvPr/>
        </p:nvSpPr>
        <p:spPr>
          <a:xfrm>
            <a:off x="5618559" y="1765399"/>
            <a:ext cx="323254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SIMULTANEOUS TIER ROUTING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618559" y="2129730"/>
            <a:ext cx="3232547" cy="68222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A4A6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725716" y="2376190"/>
            <a:ext cx="813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OPUS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681722" y="2244030"/>
            <a:ext cx="196509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7021106" y="2308324"/>
            <a:ext cx="172284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DeepSeek (Heavy Reasoning)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618559" y="2947690"/>
            <a:ext cx="3232547" cy="68222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A4A6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725716" y="3194149"/>
            <a:ext cx="78118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SONNET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6649771" y="3061990"/>
            <a:ext cx="188779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50" dirty="0"/>
          </a:p>
        </p:txBody>
      </p:sp>
      <p:sp>
        <p:nvSpPr>
          <p:cNvPr id="56" name="Text 53"/>
          <p:cNvSpPr/>
          <p:nvPr/>
        </p:nvSpPr>
        <p:spPr>
          <a:xfrm>
            <a:off x="6981425" y="3126284"/>
            <a:ext cx="176252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NVIDIA NIM (Standard Coding)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618559" y="3765649"/>
            <a:ext cx="3232547" cy="45541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4A4A6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25716" y="3898702"/>
            <a:ext cx="8572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HAIKU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725841" y="3879949"/>
            <a:ext cx="2071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50" dirty="0"/>
          </a:p>
        </p:txBody>
      </p:sp>
      <p:sp>
        <p:nvSpPr>
          <p:cNvPr id="60" name="Text 57"/>
          <p:cNvSpPr/>
          <p:nvPr/>
        </p:nvSpPr>
        <p:spPr>
          <a:xfrm>
            <a:off x="7075884" y="3912096"/>
            <a:ext cx="1364456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Groq (Fast Responses)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4857"/>
            <a:ext cx="7975997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FIVE FAST-PATH HANDLERS SHORT-CIRCUIT BACKGROUND API CALLS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3043238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043238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150144"/>
            <a:ext cx="2471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makes many API calls that have nothing to do with actual coding.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2894" y="1690167"/>
            <a:ext cx="27324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142" y="1697310"/>
            <a:ext cx="1514475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11" name="Text 8"/>
          <p:cNvSpPr/>
          <p:nvPr/>
        </p:nvSpPr>
        <p:spPr>
          <a:xfrm>
            <a:off x="566142" y="1697310"/>
            <a:ext cx="1514475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optimization_handlers.py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080617" y="1690167"/>
            <a:ext cx="50184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module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92894" y="1895884"/>
            <a:ext cx="226635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intercepts these requests before they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2894" y="2101602"/>
            <a:ext cx="17966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reach any upstream provider.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2894" y="3489722"/>
            <a:ext cx="2471738" cy="1360884"/>
          </a:xfrm>
          <a:prstGeom prst="rect">
            <a:avLst/>
          </a:prstGeom>
          <a:solidFill>
            <a:srgbClr val="1A1A40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769" y="3646884"/>
            <a:ext cx="21859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ZERO NETWORK I/O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35769" y="3850481"/>
            <a:ext cx="21859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These optimizations are checked in order from cheapest to most expensive. A matched handler returns a fully-formed MessagesResponse object instantly, saving tokens and latency.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39703" y="1537692"/>
            <a:ext cx="1101561" cy="371475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9703" y="1537692"/>
            <a:ext cx="1101561" cy="371475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HANDLER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441264" y="1537692"/>
            <a:ext cx="2478518" cy="371475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41264" y="1537692"/>
            <a:ext cx="2478518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DETECTION LOGIC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919782" y="1537692"/>
            <a:ext cx="1927752" cy="371475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19782" y="1537692"/>
            <a:ext cx="1927752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SYNTHETIC RESPONSE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339703" y="1905595"/>
            <a:ext cx="1101561" cy="3821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Quota Mock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551992" y="2014538"/>
            <a:ext cx="785813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26" name="Text 23"/>
          <p:cNvSpPr/>
          <p:nvPr/>
        </p:nvSpPr>
        <p:spPr>
          <a:xfrm>
            <a:off x="4551992" y="2014538"/>
            <a:ext cx="785813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max_tokens=1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337804" y="2028825"/>
            <a:ext cx="143589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 message contains "quota"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919782" y="1905595"/>
            <a:ext cx="1927752" cy="382191"/>
          </a:xfrm>
          <a:prstGeom prst="rect">
            <a:avLst/>
          </a:prstGeom>
          <a:solidFill>
            <a:srgbClr val="F4F4F8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19782" y="1905595"/>
            <a:ext cx="1927752" cy="3821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"Quota check passed."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339703" y="2287786"/>
            <a:ext cx="1101561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Title Skip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441264" y="2287786"/>
            <a:ext cx="2478518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prompt contains "sentence-case title" or "return json" + "title" field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919782" y="2287786"/>
            <a:ext cx="1927752" cy="542925"/>
          </a:xfrm>
          <a:prstGeom prst="rect">
            <a:avLst/>
          </a:prstGeom>
          <a:solidFill>
            <a:srgbClr val="F4F4F8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19782" y="2287786"/>
            <a:ext cx="1927752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"Conversation"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339703" y="2830711"/>
            <a:ext cx="1101561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Prefix Detection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551992" y="2953941"/>
            <a:ext cx="93225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Message contains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484251" y="2939653"/>
            <a:ext cx="846534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37" name="Text 34"/>
          <p:cNvSpPr/>
          <p:nvPr/>
        </p:nvSpPr>
        <p:spPr>
          <a:xfrm>
            <a:off x="5484251" y="2939653"/>
            <a:ext cx="846534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&lt;policy_spec&gt;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330786" y="2953941"/>
            <a:ext cx="9644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551992" y="3100388"/>
            <a:ext cx="542925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40" name="Text 37"/>
          <p:cNvSpPr/>
          <p:nvPr/>
        </p:nvSpPr>
        <p:spPr>
          <a:xfrm>
            <a:off x="4551992" y="3100388"/>
            <a:ext cx="542925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Command: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094917" y="3114675"/>
            <a:ext cx="39826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section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919782" y="2830711"/>
            <a:ext cx="1927752" cy="542925"/>
          </a:xfrm>
          <a:prstGeom prst="rect">
            <a:avLst/>
          </a:prstGeom>
          <a:solidFill>
            <a:srgbClr val="F4F4F8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19782" y="2830711"/>
            <a:ext cx="1927752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Regex-extracted command prefix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339703" y="3373636"/>
            <a:ext cx="1101561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Suggestion Skip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551992" y="3577233"/>
            <a:ext cx="93225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Message contains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484251" y="3562945"/>
            <a:ext cx="1089422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47" name="Text 44"/>
          <p:cNvSpPr/>
          <p:nvPr/>
        </p:nvSpPr>
        <p:spPr>
          <a:xfrm>
            <a:off x="5484251" y="3562945"/>
            <a:ext cx="1089422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[SUGGESTION MODE: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919782" y="3373636"/>
            <a:ext cx="1927752" cy="542925"/>
          </a:xfrm>
          <a:prstGeom prst="rect">
            <a:avLst/>
          </a:prstGeom>
          <a:solidFill>
            <a:srgbClr val="F4F4F8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919782" y="3373636"/>
            <a:ext cx="1927752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(Empty string)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3339703" y="3916561"/>
            <a:ext cx="1101561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Filepath Mock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4551992" y="4039791"/>
            <a:ext cx="93225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Message contains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484251" y="4025503"/>
            <a:ext cx="542925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53" name="Text 50"/>
          <p:cNvSpPr/>
          <p:nvPr/>
        </p:nvSpPr>
        <p:spPr>
          <a:xfrm>
            <a:off x="5484251" y="4025503"/>
            <a:ext cx="542925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Command: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027176" y="4039791"/>
            <a:ext cx="12144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148620" y="4025503"/>
            <a:ext cx="482203" cy="160734"/>
          </a:xfrm>
          <a:prstGeom prst="rect">
            <a:avLst/>
          </a:prstGeom>
          <a:solidFill>
            <a:srgbClr val="F4F4F8"/>
          </a:solidFill>
          <a:ln/>
        </p:spPr>
      </p:sp>
      <p:sp>
        <p:nvSpPr>
          <p:cNvPr id="56" name="Text 53"/>
          <p:cNvSpPr/>
          <p:nvPr/>
        </p:nvSpPr>
        <p:spPr>
          <a:xfrm>
            <a:off x="6148620" y="4025503"/>
            <a:ext cx="482203" cy="1607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Output: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551992" y="4039791"/>
            <a:ext cx="2175272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 filepath keywords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919782" y="3916561"/>
            <a:ext cx="1927752" cy="542925"/>
          </a:xfrm>
          <a:prstGeom prst="rect">
            <a:avLst/>
          </a:prstGeom>
          <a:solidFill>
            <a:srgbClr val="F4F4F8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919782" y="3916561"/>
            <a:ext cx="1927752" cy="5429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Regex-extracted file paths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82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175747"/>
            <a:ext cx="85582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TRANSLATING ANTHROPIC'S BLOCK FORMAT TO OPENAI'S MESSAGE FORMAT REQUIRES A STATE MACHINE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2894" y="2005440"/>
            <a:ext cx="3321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5078" y="1998297"/>
            <a:ext cx="2314575" cy="214313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8" name="Text 5"/>
          <p:cNvSpPr/>
          <p:nvPr/>
        </p:nvSpPr>
        <p:spPr>
          <a:xfrm>
            <a:off x="625078" y="1998297"/>
            <a:ext cx="2314575" cy="21431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AnthropicToOpenAIConverter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2894" y="2256895"/>
            <a:ext cx="2844998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the most complex translation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92894" y="2508349"/>
            <a:ext cx="282892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 in the proxy: Anthropic and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2894" y="2759804"/>
            <a:ext cx="2811066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OpenAI have fundamentally different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92894" y="3011258"/>
            <a:ext cx="138767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message schemas.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894" y="3452022"/>
            <a:ext cx="3225403" cy="892969"/>
          </a:xfrm>
          <a:prstGeom prst="rect">
            <a:avLst/>
          </a:prstGeom>
          <a:solidFill>
            <a:srgbClr val="FFF5F2"/>
          </a:solidFill>
          <a:ln w="18288">
            <a:solidFill>
              <a:srgbClr val="FF57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5769" y="3609184"/>
            <a:ext cx="293965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1A4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"A simple 1:1 mapping is impossible. The proxy must maintain state across messages to ensure OpenAI's strict ordering rules are not violated."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11191" y="864394"/>
            <a:ext cx="5325666" cy="4596668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16" name="Shape 13"/>
          <p:cNvSpPr/>
          <p:nvPr/>
        </p:nvSpPr>
        <p:spPr>
          <a:xfrm>
            <a:off x="3811191" y="864394"/>
            <a:ext cx="7144" cy="4596668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7" name="Text 14"/>
          <p:cNvSpPr/>
          <p:nvPr/>
        </p:nvSpPr>
        <p:spPr>
          <a:xfrm>
            <a:off x="4096941" y="1150144"/>
            <a:ext cx="475416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// KEY TRANSLATION CHALLENGES SOLVED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307681" y="1575197"/>
            <a:ext cx="125730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A1A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Tool Use After Text: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64981" y="1575197"/>
            <a:ext cx="213419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Anthropic allows text blocks after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99177" y="1566267"/>
            <a:ext cx="642938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99177" y="1566267"/>
            <a:ext cx="642938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tool_use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342114" y="1575197"/>
            <a:ext cx="43041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blocks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307681" y="1780915"/>
            <a:ext cx="42058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 a single assistant message. OpenAI does not. The converter uses 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307681" y="1977703"/>
            <a:ext cx="1339453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5" name="Text 22"/>
          <p:cNvSpPr/>
          <p:nvPr/>
        </p:nvSpPr>
        <p:spPr>
          <a:xfrm>
            <a:off x="4307681" y="1977703"/>
            <a:ext cx="1339453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_PendingAfterTools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647134" y="1986632"/>
            <a:ext cx="282356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state machine to defer post-tool text until the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307681" y="2192350"/>
            <a:ext cx="93404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corresponding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241727" y="2183420"/>
            <a:ext cx="782241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9" name="Text 26"/>
          <p:cNvSpPr/>
          <p:nvPr/>
        </p:nvSpPr>
        <p:spPr>
          <a:xfrm>
            <a:off x="5241727" y="2183420"/>
            <a:ext cx="782241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role: tool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23967" y="2192350"/>
            <a:ext cx="169485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results have been replayed.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307681" y="2576661"/>
            <a:ext cx="117336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A1A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Reasoning Replay: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1042" y="2576661"/>
            <a:ext cx="309324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Anthropic thinking blocks are replayed to OpenAI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307681" y="2782379"/>
            <a:ext cx="11751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providers either as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2828" y="2773449"/>
            <a:ext cx="1339453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35" name="Text 32"/>
          <p:cNvSpPr/>
          <p:nvPr/>
        </p:nvSpPr>
        <p:spPr>
          <a:xfrm>
            <a:off x="5482828" y="2773449"/>
            <a:ext cx="1339453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&lt;think&gt;...&lt;/think&gt;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22281" y="2782379"/>
            <a:ext cx="195203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tags prepended to the assistant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307681" y="2988097"/>
            <a:ext cx="92690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message, or as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234583" y="2979167"/>
            <a:ext cx="1269802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39" name="Text 36"/>
          <p:cNvSpPr/>
          <p:nvPr/>
        </p:nvSpPr>
        <p:spPr>
          <a:xfrm>
            <a:off x="5234583" y="2979167"/>
            <a:ext cx="1269802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reasoning_content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504384" y="2988097"/>
            <a:ext cx="216634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fields, depending on the provider's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307681" y="3193814"/>
            <a:ext cx="73580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capabilities.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307681" y="3578126"/>
            <a:ext cx="174486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A1A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Unknown Top-Level Fields: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052542" y="3578126"/>
            <a:ext cx="118764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Internal fields like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240191" y="3569196"/>
            <a:ext cx="1339453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45" name="Text 42"/>
          <p:cNvSpPr/>
          <p:nvPr/>
        </p:nvSpPr>
        <p:spPr>
          <a:xfrm>
            <a:off x="7240191" y="3569196"/>
            <a:ext cx="1339453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context_management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8579644" y="3578126"/>
            <a:ext cx="22145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are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307681" y="3783843"/>
            <a:ext cx="327183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silently stripped. Truly unknown extra fields raise an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307681" y="3980631"/>
            <a:ext cx="1548408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49" name="Text 46"/>
          <p:cNvSpPr/>
          <p:nvPr/>
        </p:nvSpPr>
        <p:spPr>
          <a:xfrm>
            <a:off x="4307681" y="3980631"/>
            <a:ext cx="1548408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OpenAIConversionError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5856089" y="3989561"/>
            <a:ext cx="285392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before the request is sent to prevent upstream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4307681" y="4195279"/>
            <a:ext cx="67687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400 errors.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4307681" y="4558159"/>
            <a:ext cx="45434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A1A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Image Blocks in Assistant Messages:</a:t>
            </a: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These are rejected with a clear </a:t>
            </a: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error, as OpenAI chat completions do not support assistant-generated </a:t>
            </a: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images.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305758"/>
            <a:ext cx="8136731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PROXY RE-EMITS EVERY PROVIDER'S RESPONSE AS ANTHROPIC-FORMAT SSE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9129713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44" y="1571625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023342"/>
            <a:ext cx="738663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expects a very specific Server-Sent Events (SSE) stream format. For OpenAI-style providers, the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894" y="1230511"/>
            <a:ext cx="1544836" cy="198239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10" name="Text 7"/>
          <p:cNvSpPr/>
          <p:nvPr/>
        </p:nvSpPr>
        <p:spPr>
          <a:xfrm>
            <a:off x="292894" y="1230511"/>
            <a:ext cx="1544836" cy="19823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OpenAIChatTransport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37730" y="1237655"/>
            <a:ext cx="359330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class handles the reverse translation on the fly: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2894" y="2007394"/>
            <a:ext cx="4064794" cy="378619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769" y="2121694"/>
            <a:ext cx="47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910828" y="2119908"/>
            <a:ext cx="898327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15" name="Text 12"/>
          <p:cNvSpPr/>
          <p:nvPr/>
        </p:nvSpPr>
        <p:spPr>
          <a:xfrm>
            <a:off x="910828" y="2119908"/>
            <a:ext cx="898327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delta.content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809155" y="2121694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text chunks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350544" y="2083296"/>
            <a:ext cx="4286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79169" y="2007394"/>
            <a:ext cx="4071938" cy="378619"/>
          </a:xfrm>
          <a:prstGeom prst="rect">
            <a:avLst/>
          </a:prstGeom>
          <a:solidFill>
            <a:srgbClr val="1A1A40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29188" y="2121694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07844" y="2119908"/>
            <a:ext cx="1273373" cy="1643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607844" y="2119908"/>
            <a:ext cx="1273373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content_block_delta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881217" y="2121694"/>
            <a:ext cx="7465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SSE events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92894" y="2486025"/>
            <a:ext cx="4064794" cy="378619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5769" y="2600325"/>
            <a:ext cx="47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910828" y="2598539"/>
            <a:ext cx="1085850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6" name="Text 23"/>
          <p:cNvSpPr/>
          <p:nvPr/>
        </p:nvSpPr>
        <p:spPr>
          <a:xfrm>
            <a:off x="910828" y="2598539"/>
            <a:ext cx="1085850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delta.tool_calls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350544" y="2561927"/>
            <a:ext cx="4286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79169" y="2486025"/>
            <a:ext cx="4071938" cy="378619"/>
          </a:xfrm>
          <a:prstGeom prst="rect">
            <a:avLst/>
          </a:prstGeom>
          <a:solidFill>
            <a:srgbClr val="1A1A40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9188" y="2600325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07844" y="2598539"/>
            <a:ext cx="1273373" cy="1643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5607844" y="2598539"/>
            <a:ext cx="1273373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content_block_start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881217" y="2600325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+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084814" y="2598539"/>
            <a:ext cx="1085850" cy="1643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084814" y="2598539"/>
            <a:ext cx="1085850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input_json_delta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92894" y="2964656"/>
            <a:ext cx="4064794" cy="378619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5769" y="3078956"/>
            <a:ext cx="47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910828" y="3077170"/>
            <a:ext cx="898327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38" name="Text 35"/>
          <p:cNvSpPr/>
          <p:nvPr/>
        </p:nvSpPr>
        <p:spPr>
          <a:xfrm>
            <a:off x="910828" y="3077170"/>
            <a:ext cx="898327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finish_reason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350544" y="3040559"/>
            <a:ext cx="4286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779169" y="2964656"/>
            <a:ext cx="4071938" cy="378619"/>
          </a:xfrm>
          <a:prstGeom prst="rect">
            <a:avLst/>
          </a:prstGeom>
          <a:solidFill>
            <a:srgbClr val="1A1A40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29188" y="3078956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607844" y="3077170"/>
            <a:ext cx="773311" cy="1643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607844" y="3077170"/>
            <a:ext cx="773311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stop_reason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381155" y="3078956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(mapped via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263408" y="3077170"/>
            <a:ext cx="1023342" cy="1643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7263408" y="3077170"/>
            <a:ext cx="1023342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map_stop_reason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286750" y="3078956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)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92894" y="3443288"/>
            <a:ext cx="4064794" cy="378619"/>
          </a:xfrm>
          <a:prstGeom prst="rect">
            <a:avLst/>
          </a:prstGeom>
          <a:solidFill>
            <a:srgbClr val="F9F9FB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35769" y="3557588"/>
            <a:ext cx="610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Provider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1046559" y="3555802"/>
            <a:ext cx="1148358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51" name="Text 48"/>
          <p:cNvSpPr/>
          <p:nvPr/>
        </p:nvSpPr>
        <p:spPr>
          <a:xfrm>
            <a:off x="1046559" y="3555802"/>
            <a:ext cx="1148358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reasoning_content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2194917" y="3557588"/>
            <a:ext cx="271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or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2466380" y="3555802"/>
            <a:ext cx="523280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54" name="Text 51"/>
          <p:cNvSpPr/>
          <p:nvPr/>
        </p:nvSpPr>
        <p:spPr>
          <a:xfrm>
            <a:off x="2466380" y="3555802"/>
            <a:ext cx="523280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&lt;think&gt;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989659" y="3557588"/>
            <a:ext cx="339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tags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4350544" y="3519190"/>
            <a:ext cx="4286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-&gt;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4779169" y="3443288"/>
            <a:ext cx="4071938" cy="378619"/>
          </a:xfrm>
          <a:prstGeom prst="rect">
            <a:avLst/>
          </a:prstGeom>
          <a:solidFill>
            <a:srgbClr val="1A1A40"/>
          </a:solidFill>
          <a:ln w="9144">
            <a:solidFill>
              <a:srgbClr val="1A1A4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929188" y="3557588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607844" y="3555802"/>
            <a:ext cx="585788" cy="1643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5607844" y="3555802"/>
            <a:ext cx="585788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thinking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6193631" y="3557588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content blocks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7144" y="4279106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63" name="Text 60"/>
          <p:cNvSpPr/>
          <p:nvPr/>
        </p:nvSpPr>
        <p:spPr>
          <a:xfrm>
            <a:off x="292894" y="4518087"/>
            <a:ext cx="107513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// SSEBuilder: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1368028" y="4525231"/>
            <a:ext cx="542032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Manages block indices and ensures the event stream is well-formed. It also handles the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788348" y="4516301"/>
            <a:ext cx="364331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66" name="Text 63"/>
          <p:cNvSpPr/>
          <p:nvPr/>
        </p:nvSpPr>
        <p:spPr>
          <a:xfrm>
            <a:off x="6788348" y="4516301"/>
            <a:ext cx="364331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Task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7152680" y="4525231"/>
            <a:ext cx="16323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 specially — buffering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292894" y="4730948"/>
            <a:ext cx="162163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its arguments and forcing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1914525" y="4722019"/>
            <a:ext cx="1757363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70" name="Text 67"/>
          <p:cNvSpPr/>
          <p:nvPr/>
        </p:nvSpPr>
        <p:spPr>
          <a:xfrm>
            <a:off x="1914525" y="4722019"/>
            <a:ext cx="1757363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run_in_background: false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3671888" y="4730948"/>
            <a:ext cx="24824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 prevent runaway background agents.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305758"/>
            <a:ext cx="7299127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PROXY AUTOMATICALLY RETRIES AND REPAIRS TRUNCATED STREAMS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9129713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44" y="1571625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020663"/>
            <a:ext cx="805457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 LLM APIs frequently truncate streams mid-response. Free Claude Code implements a multi-stage recovery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2894" y="1240334"/>
            <a:ext cx="70008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92981" y="1231404"/>
            <a:ext cx="2828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core/anthropic/stream_recovery.py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21906" y="1240334"/>
            <a:ext cx="37505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44" y="1578769"/>
            <a:ext cx="3043238" cy="2843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043238" y="1578769"/>
            <a:ext cx="7144" cy="284321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4" name="Text 11"/>
          <p:cNvSpPr/>
          <p:nvPr/>
        </p:nvSpPr>
        <p:spPr>
          <a:xfrm>
            <a:off x="292894" y="1793081"/>
            <a:ext cx="2471738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EARLY TRANSPARENT RETRIES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92894" y="2228850"/>
            <a:ext cx="247173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a stream fails before any content has been emitted to the client, the proxy transparently retries up to 3 times with the same request body.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50381" y="1578769"/>
            <a:ext cx="3043238" cy="2843213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17" name="Shape 14"/>
          <p:cNvSpPr/>
          <p:nvPr/>
        </p:nvSpPr>
        <p:spPr>
          <a:xfrm>
            <a:off x="6086475" y="1578769"/>
            <a:ext cx="7144" cy="284321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8" name="Shape 15"/>
          <p:cNvSpPr/>
          <p:nvPr/>
        </p:nvSpPr>
        <p:spPr>
          <a:xfrm>
            <a:off x="3050381" y="1578769"/>
            <a:ext cx="7144" cy="284321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9" name="Text 16"/>
          <p:cNvSpPr/>
          <p:nvPr/>
        </p:nvSpPr>
        <p:spPr>
          <a:xfrm>
            <a:off x="3336131" y="1793081"/>
            <a:ext cx="2471738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MID-STREAM RECOVERY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336131" y="2250281"/>
            <a:ext cx="234672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a stream truncates after content has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36131" y="2455999"/>
            <a:ext cx="223778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been emitted, the proxy can attempt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336131" y="2661717"/>
            <a:ext cx="223599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continuation by sending a follow-up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336131" y="2869220"/>
            <a:ext cx="90725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request with 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243388" y="2860291"/>
            <a:ext cx="14659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continuation_suffix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336131" y="3074938"/>
            <a:ext cx="242887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appended to the last assistant message.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93619" y="1578769"/>
            <a:ext cx="3043238" cy="2843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093619" y="1578769"/>
            <a:ext cx="7144" cy="284321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8" name="Text 25"/>
          <p:cNvSpPr/>
          <p:nvPr/>
        </p:nvSpPr>
        <p:spPr>
          <a:xfrm>
            <a:off x="6379369" y="1793081"/>
            <a:ext cx="2471738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TOOL JSON REPAIR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379369" y="2250281"/>
            <a:ext cx="206633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a tool call's JSON arguments are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379369" y="2455999"/>
            <a:ext cx="238958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truncated, the proxy attempts to repair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79369" y="2661717"/>
            <a:ext cx="176986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JSON before emitting the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379369" y="2860291"/>
            <a:ext cx="13887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content_block_stop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768130" y="2869220"/>
            <a:ext cx="40540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event,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379369" y="3074938"/>
            <a:ext cx="237172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preventing Claude Code from crashing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379369" y="3280656"/>
            <a:ext cx="155019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 malformed tool input.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144" y="4421981"/>
            <a:ext cx="9129713" cy="714375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37" name="Shape 34"/>
          <p:cNvSpPr/>
          <p:nvPr/>
        </p:nvSpPr>
        <p:spPr>
          <a:xfrm>
            <a:off x="7144" y="4421981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38" name="Text 35"/>
          <p:cNvSpPr/>
          <p:nvPr/>
        </p:nvSpPr>
        <p:spPr>
          <a:xfrm>
            <a:off x="292894" y="4559498"/>
            <a:ext cx="8558213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// INVISIBLE LAYER</a:t>
            </a:r>
            <a:r>
              <a:rPr lang="en-US" sz="10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 This recovery layer is completely invisible to Claude Code — it always receives </a:t>
            </a:r>
            <a:r>
              <a:rPr lang="en-US" sz="10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 complete, well-formed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175747"/>
            <a:ext cx="85582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PROXY ADVERTISES A DYNAMIC MODEL LIST THAT POWERS CLAUDE CODE'S /MODEL COMMAND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3043238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7" name="Shape 4"/>
          <p:cNvSpPr/>
          <p:nvPr/>
        </p:nvSpPr>
        <p:spPr>
          <a:xfrm>
            <a:off x="3043238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2017635"/>
            <a:ext cx="2471738" cy="508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 has an interactive </a:t>
            </a:r>
            <a:r>
              <a:rPr lang="en-US" sz="11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/model</a:t>
            </a:r>
            <a:r>
              <a:rPr lang="en-US" sz="11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picker.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92894" y="2761645"/>
            <a:ext cx="23252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0B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 this to work seamlessly with non-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2894" y="2967363"/>
            <a:ext cx="185380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0B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Anthropic models, the proxy's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2894" y="3164151"/>
            <a:ext cx="782241" cy="18216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12" name="Text 9"/>
          <p:cNvSpPr/>
          <p:nvPr/>
        </p:nvSpPr>
        <p:spPr>
          <a:xfrm>
            <a:off x="292894" y="3164151"/>
            <a:ext cx="782241" cy="18216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/v1/models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75134" y="3173081"/>
            <a:ext cx="1178719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0B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endpoint returns 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2894" y="3378798"/>
            <a:ext cx="224492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0B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carefully constructed list of available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2894" y="3584516"/>
            <a:ext cx="48756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0B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50381" y="864394"/>
            <a:ext cx="6086475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050381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8" name="Text 15"/>
          <p:cNvSpPr/>
          <p:nvPr/>
        </p:nvSpPr>
        <p:spPr>
          <a:xfrm>
            <a:off x="3336131" y="1402547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961209" y="1160413"/>
            <a:ext cx="48898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GATEWAY-ENCODED PROVIDER MODELS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961209" y="1458664"/>
            <a:ext cx="2014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Configured models are advertised 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75747" y="1449735"/>
            <a:ext cx="1835944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2" name="Text 19"/>
          <p:cNvSpPr/>
          <p:nvPr/>
        </p:nvSpPr>
        <p:spPr>
          <a:xfrm>
            <a:off x="5975747" y="1449735"/>
            <a:ext cx="1835944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anthropic/{provider}/{model}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811691" y="1458664"/>
            <a:ext cx="550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(thinking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961209" y="1641528"/>
            <a:ext cx="7304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enabled) and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91658" y="1632598"/>
            <a:ext cx="2961084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6" name="Text 23"/>
          <p:cNvSpPr/>
          <p:nvPr/>
        </p:nvSpPr>
        <p:spPr>
          <a:xfrm>
            <a:off x="4691658" y="1632598"/>
            <a:ext cx="2961084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claude-3-freecc-no-thinking/{provider}/{model}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652742" y="1641528"/>
            <a:ext cx="2946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The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947422" y="1632598"/>
            <a:ext cx="648295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29" name="Text 26"/>
          <p:cNvSpPr/>
          <p:nvPr/>
        </p:nvSpPr>
        <p:spPr>
          <a:xfrm>
            <a:off x="7947422" y="1632598"/>
            <a:ext cx="648295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claude-3-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961209" y="1824391"/>
            <a:ext cx="48684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prefix exploits a client-side heuristic that treats these models as not supporting thinking.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050381" y="2290772"/>
            <a:ext cx="6086475" cy="1426378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32" name="Shape 29"/>
          <p:cNvSpPr/>
          <p:nvPr/>
        </p:nvSpPr>
        <p:spPr>
          <a:xfrm>
            <a:off x="3050381" y="3710006"/>
            <a:ext cx="6086475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33" name="Text 30"/>
          <p:cNvSpPr/>
          <p:nvPr/>
        </p:nvSpPr>
        <p:spPr>
          <a:xfrm>
            <a:off x="3336131" y="2832497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3961209" y="2681780"/>
            <a:ext cx="48898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PROVIDER-DISCOVERED MODELS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3961209" y="2980032"/>
            <a:ext cx="30896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 startup, the proxy queries each configured provider's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050881" y="2971102"/>
            <a:ext cx="523280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37" name="Text 34"/>
          <p:cNvSpPr/>
          <p:nvPr/>
        </p:nvSpPr>
        <p:spPr>
          <a:xfrm>
            <a:off x="7050881" y="2971102"/>
            <a:ext cx="523280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/models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574161" y="2980032"/>
            <a:ext cx="11465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endpoint and caches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961209" y="3162895"/>
            <a:ext cx="46059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results. These are dynamically added to the list with the same gateway encoding.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336131" y="4254103"/>
            <a:ext cx="410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3961209" y="4103387"/>
            <a:ext cx="48898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STANDARD CLAUDE MODELS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3961209" y="4401638"/>
            <a:ext cx="20484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canonical Claude model IDs (e.g.,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009680" y="4392709"/>
            <a:ext cx="1710928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44" name="Text 41"/>
          <p:cNvSpPr/>
          <p:nvPr/>
        </p:nvSpPr>
        <p:spPr>
          <a:xfrm>
            <a:off x="6009680" y="4392709"/>
            <a:ext cx="1710928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claude-3-5-sonnet-20241022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720608" y="4401638"/>
            <a:ext cx="6465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 are always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3961209" y="4584502"/>
            <a:ext cx="44398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included as fallback entries to ensure the client never fails to find a default model.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175747"/>
            <a:ext cx="85582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FREE CLAUDE CODE IS A FULL PROTOCOL TRANSLATION LAYER, NOT JUST A URL FORWARDER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6086475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86475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309985"/>
            <a:ext cx="128587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 // ENTRY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78769" y="1318022"/>
            <a:ext cx="710803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10" name="Text 7"/>
          <p:cNvSpPr/>
          <p:nvPr/>
        </p:nvSpPr>
        <p:spPr>
          <a:xfrm>
            <a:off x="1578769" y="1318022"/>
            <a:ext cx="710803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fcc-claude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289572" y="1319808"/>
            <a:ext cx="5429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wrapper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579019" y="1237655"/>
            <a:ext cx="17180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Sets environment variables and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79019" y="1409105"/>
            <a:ext cx="95190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launches the real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30923" y="1400175"/>
            <a:ext cx="460772" cy="164306"/>
          </a:xfrm>
          <a:prstGeom prst="rect">
            <a:avLst/>
          </a:prstGeom>
          <a:solidFill>
            <a:srgbClr val="F0F0F4"/>
          </a:solidFill>
          <a:ln/>
        </p:spPr>
      </p:sp>
      <p:sp>
        <p:nvSpPr>
          <p:cNvPr id="15" name="Text 12"/>
          <p:cNvSpPr/>
          <p:nvPr/>
        </p:nvSpPr>
        <p:spPr>
          <a:xfrm>
            <a:off x="4530923" y="1400175"/>
            <a:ext cx="460772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91695" y="1409105"/>
            <a:ext cx="40362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binary.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894" y="2377976"/>
            <a:ext cx="128587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 // GATEWAY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78769" y="2387798"/>
            <a:ext cx="2000250" cy="150019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FastAPI ASGI server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79019" y="2205633"/>
            <a:ext cx="2228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Exposes the Anthropic API surface, handles authentication, and manages routing.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92894" y="3361134"/>
            <a:ext cx="128587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 // INTELLIGENCE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578769" y="3380780"/>
            <a:ext cx="2000250" cy="3000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ModelRouter +</a:t>
            </a: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
</a:t>
            </a: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OptimizationHandlers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579019" y="3273623"/>
            <a:ext cx="2228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Performs per-tier routing and executes token-saving short-circuits for background tasks.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2894" y="4432697"/>
            <a:ext cx="128587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 // TRANSLATION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578769" y="4452342"/>
            <a:ext cx="2000250" cy="30003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AnthropicToOpenAI /</a:t>
            </a: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
</a:t>
            </a:r>
            <a:r>
              <a:rPr lang="en-US" sz="8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AnthropicMessages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579019" y="4345186"/>
            <a:ext cx="2228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bidirectional protocol conversion, SSE re-streaming, and automatic stream recovery.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93619" y="864394"/>
            <a:ext cx="3043238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3619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8" name="Text 25"/>
          <p:cNvSpPr/>
          <p:nvPr/>
        </p:nvSpPr>
        <p:spPr>
          <a:xfrm>
            <a:off x="6379369" y="1918543"/>
            <a:ext cx="24717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// WHY THIS MATTERS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79369" y="2286446"/>
            <a:ext cx="2471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 layer adds value that a raw base URL override cannot provide.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379369" y="2840757"/>
            <a:ext cx="2471738" cy="12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proxy is not a simple forwarder — </a:t>
            </a: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is a </a:t>
            </a:r>
            <a:r>
              <a:rPr lang="en-US" sz="9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stateful, protocol-aware </a:t>
            </a:r>
            <a:r>
              <a:rPr lang="en-US" sz="9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translation engine</a:t>
            </a: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that makes </a:t>
            </a: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Code's full feature set (thinking, </a:t>
            </a: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 use, model picker, token counting) </a:t>
            </a:r>
            <a:r>
              <a:rPr lang="en-US" sz="950" dirty="0">
                <a:solidFill>
                  <a:srgbClr val="F9F9F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 correctly with any LLM provider.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305758"/>
            <a:ext cx="801707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17 SUPPORTED PROVIDERS SPAN FREE TIERS, PAID APIS, AND LOCAL MODELS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44" y="864394"/>
            <a:ext cx="4564856" cy="4271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64856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8" name="Text 5"/>
          <p:cNvSpPr/>
          <p:nvPr/>
        </p:nvSpPr>
        <p:spPr>
          <a:xfrm>
            <a:off x="292894" y="1078706"/>
            <a:ext cx="3993356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ANTHROPIC_MESSAGES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2894" y="1569839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OpenRouter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2894" y="1768078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Access to 300+ models via one key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92894" y="2056674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DeepSeek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894" y="2254914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Native Anthropic endpoint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2894" y="2543510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Kimi (Moonshot)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894" y="2741749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Native Anthropic endpoint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92894" y="3030345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Wafer &amp; Z.ai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92894" y="3228584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Native Anthropic endpoints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894" y="3517181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Fireworks AI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92894" y="3715420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Native Anthropic endpoint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2894" y="4004016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LM Studio / llama.cpp / Ollama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92894" y="4202255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Fully local inference, no API key needed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0" y="864394"/>
            <a:ext cx="4564856" cy="4271963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0" y="864394"/>
            <a:ext cx="7144" cy="4271963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0" y="1078706"/>
            <a:ext cx="3993356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OPENAI_CHAT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857750" y="1569839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NVIDIA NIM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57750" y="1768078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Default provider; Nemotron-3-Super-120B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857750" y="2056674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57750" y="2254914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Free tier via AI Studio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857750" y="2543510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Mistral / Codestral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57750" y="2741749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Free "Experiment" tier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57750" y="3030345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Groq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57750" y="3228584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Ultra-fast inference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857750" y="3517181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Cerebras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57750" y="3715420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Ultra-fast inference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57750" y="4004016"/>
            <a:ext cx="399335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OpenCode Zen / Go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57750" y="4202255"/>
            <a:ext cx="3993356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Curated multi-vendor gateway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7250"/>
          </a:xfrm>
          <a:prstGeom prst="rect">
            <a:avLst/>
          </a:prstGeom>
          <a:solidFill>
            <a:srgbClr val="F9F9FB"/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857250"/>
            <a:ext cx="9129713" cy="7144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5" name="Text 2"/>
          <p:cNvSpPr/>
          <p:nvPr/>
        </p:nvSpPr>
        <p:spPr>
          <a:xfrm>
            <a:off x="292894" y="287201"/>
            <a:ext cx="1375172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A1A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2894" y="1000851"/>
            <a:ext cx="85582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FREE CLAUDE CODE MAKES CLAUDE CODE PROVIDER-AGNOSTIC WITHOUT SACRIFICING FUNCTIONALITY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44" y="1864519"/>
            <a:ext cx="5325666" cy="32718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25666" y="1864519"/>
            <a:ext cx="7144" cy="3271838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9" name="Text 6"/>
          <p:cNvSpPr/>
          <p:nvPr/>
        </p:nvSpPr>
        <p:spPr>
          <a:xfrm>
            <a:off x="503634" y="2409676"/>
            <a:ext cx="4543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Maintains a stable Anthropic API surface for Claude Code regardless of the upstream provider.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3634" y="2999705"/>
            <a:ext cx="4543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Eliminates wasted API calls through intelligent request detection and local short-circuiting.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3634" y="3589734"/>
            <a:ext cx="4543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Handles the full complexity of Anthropic ↔ OpenAI format conversion including tool use, reasoning blocks, and streaming.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3634" y="4179763"/>
            <a:ext cx="4543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6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Provides automatic stream recovery and JSON repair for resilient operation.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32809" y="1864519"/>
            <a:ext cx="3804047" cy="3271838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4" name="Shape 11"/>
          <p:cNvSpPr/>
          <p:nvPr/>
        </p:nvSpPr>
        <p:spPr>
          <a:xfrm>
            <a:off x="5332809" y="1864519"/>
            <a:ext cx="7144" cy="3271838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5" name="Text 12"/>
          <p:cNvSpPr/>
          <p:nvPr/>
        </p:nvSpPr>
        <p:spPr>
          <a:xfrm>
            <a:off x="5618559" y="2377083"/>
            <a:ext cx="323254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// THE ULTIMATE RESULT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18559" y="2709267"/>
            <a:ext cx="3232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Claude Code's full feature set — thinking, tool use, the /model picker, token counting, and streaming — works correctly with any supported LLM, not just Anthropic's own models.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18559" y="4288036"/>
            <a:ext cx="323254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REPOSITORY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618559" y="4455914"/>
            <a:ext cx="323254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72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GITHUB.COM/ALISHAHRYAR1/FREE-CLAUDE-CODE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2026-06-14T07:27:04Z</dcterms:created>
  <dcterms:modified xsi:type="dcterms:W3CDTF">2026-06-14T07:27:04Z</dcterms:modified>
</cp:coreProperties>
</file>